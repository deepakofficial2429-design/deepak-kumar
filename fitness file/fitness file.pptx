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8FA"/>
                </a:solidFill>
              </a:defRPr>
            </a:pPr>
            <a:r>
              <a:t>FitBuddy</a:t>
            </a:r>
          </a:p>
          <a:p>
            <a:pPr>
              <a:defRPr sz="2700">
                <a:solidFill>
                  <a:srgbClr val="3DD28C"/>
                </a:solidFill>
              </a:defRPr>
            </a:pPr>
            <a:r>
              <a:t>AI Fitness Plan Generator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8892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8FA"/>
                </a:solidFill>
              </a:defRPr>
            </a:pPr>
            <a:r>
              <a:t>Project Analysis &amp; Development Phases</a:t>
            </a:r>
          </a:p>
          <a:p>
            <a:pPr>
              <a:defRPr sz="1500">
                <a:solidFill>
                  <a:srgbClr val="AEBCC9"/>
                </a:solidFill>
              </a:defRPr>
            </a:pPr>
            <a:r>
              <a:t>From brainstorming and requirements to development, testing, documentation and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897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8FA"/>
                </a:solidFill>
              </a:defRPr>
            </a:pPr>
            <a:r>
              <a:t>FastAPI  •  Gemini 1.5 Pro  •  Gemini Flash  •  SQLite  •  SQLAlchemy  •  Jinja2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0690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DD28C"/>
                </a:solidFill>
                <a:latin typeface="Aptos"/>
              </a:defRPr>
            </a:pPr>
            <a:r>
              <a:t>Presented By</a:t>
            </a:r>
          </a:p>
          <a:p>
            <a:pPr>
              <a:spcAft>
                <a:spcPts val="1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J. SURENDIRAKUMAR</a:t>
            </a:r>
          </a:p>
          <a:p>
            <a:pPr>
              <a:spcAft>
                <a:spcPts val="1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R. DEEPAKKUMAR</a:t>
            </a:r>
          </a:p>
          <a:p>
            <a:pPr>
              <a:spcAft>
                <a:spcPts val="1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P. SAKTHIVEL</a:t>
            </a:r>
          </a:p>
          <a:p>
            <a:pPr>
              <a:spcAft>
                <a:spcPts val="1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S. HARIDEV</a:t>
            </a:r>
          </a:p>
          <a:p>
            <a:pPr>
              <a:spcAft>
                <a:spcPts val="1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S.E. KOWSHIK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What FitBuddy does and how the application is structured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448056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36192"/>
            <a:ext cx="42519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Core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194560"/>
            <a:ext cx="47091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Generate personalized fitness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743200"/>
            <a:ext cx="470915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Accepts age, weight, fitness goal and workout intensity.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Generates a customized 7-day workout plan.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Provides nutrition or recovery guidance.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Allows users to submit feedback and regenerate the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349240" cy="448056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2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536192"/>
            <a:ext cx="42519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Technical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94560"/>
            <a:ext cx="47091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Modular 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43200"/>
            <a:ext cx="470915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Frontend: HTML + Jinja2 templates.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Backend: FastAPI for routing and application logic.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AI layer: Gemini Pro for workout plans and Gemini Flash for quick tips.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Database: SQLite with SQLAlchemy 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Analysis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The presentation follows the eight phases requested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1490472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727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Brainstorming &amp; Ideation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1490472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727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527048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Requirement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96312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2660904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743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9748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96312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2" y="2660904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74320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9748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66744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3831335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913631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867911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66744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5392" y="3831335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913631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867911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37176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1832" y="5001768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0840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038344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Documentation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37176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5001768"/>
            <a:ext cx="502920" cy="502920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0840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41E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038344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</a:defRPr>
            </a:pPr>
            <a:r>
              <a:t>Project Demonstration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Brainstorming &amp; Ideation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Identify the problem and define the AI fitness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Identify the problem and define the AI fitness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Problem: users need structured fitness plans tailored to individual goals.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Idea: build a web application that generates personalized workout plans using generative AI.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Key scenarios: initial plan generation, feedback-based updates, nutrition/recovery tips, and admin monitoring.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Target outcome: a simple and adaptive fitness-planning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Requirement Analysis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Translate the idea into functional and technical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Translate the idea into functional and technical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User inputs: name/user ID, age, weight, fitness goal and workout intensity.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Functional requirements: generate a 7-day plan, provide nutrition/recovery tips, accept feedback and update plans.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Admin requirement: view registered users and original/updated plans.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Technology requirements: Python, FastAPI, Gemini API, Jinja2, SQLAlchemy, SQLite and Uvicorn.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Design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Design the architecture, modules and user interaction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Design the architecture, modules and user interaction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Frontend: index.html, result.html and all_users.html using Jinja2 templates.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Backend: FastAPI routes.py handles input, routing and AI calls.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AI layer: Gemini 1.5 Pro for workout generation/update; Gemini Flash for nutrition tips.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Data layer: SQLite + SQLAlchemy stores user details and both original and updated plans.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Planning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Break implementation into milestones and activities.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Break implementation into milestones and activities.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Milestone 1: model selection, architecture definition and environment setup.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Milestone 2: core functionality and FastAPI backend development.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Milestone 3: routes.py application logic.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Milestone 4: frontend development with HTML/CSS/Jinja2.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Milestone 5: local deployment and deployment 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Development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Implement the AI workflow, backend, database and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Implement the AI workflow, backend, database and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generate_workout_gemini() creates structured 7-day workout plans.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generate_nutrition_tip_with_flash() provides concise goal-aligned advice.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update_workout_plan() revises plans using user feedback.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FastAPI routes connect forms, Gemini functions, database operations and templates.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SQLite/SQLAlchemy persists user information and plan versions.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Testing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Verify functionality and local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Verify functionality and local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Run the FastAPI server with Uvicorn and access the application locally.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Test the main workflow: submit user details → generate plan → display result.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Test feedback workflow: submit feedback → regenerate plan → store updated plan.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Verify nutrition-tip generation and admin user/plan view.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Use FastAPI /docs for interactive API endpoint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Documentation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Record the implementation details, workflow and project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Record the implementation details, workflow and project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Document project description, scenarios and technical architecture.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Document milestones, activities, functions, routes and templates.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Record Gemini model selection and reasons for integration.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Describe database storage, frontend pages, deployment steps and user flows.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Maintain a clear record of original and updated plan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Project Demonstration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Demonstrate the complete FitBuddy user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Phase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Demonstrate the complete FitBuddy user journey.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1. Open the FitBuddy homepage and enter user details.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2. Generate a personalized 7-day workout plan.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3. Show the nutrition/recovery tip.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4. Submit feedback such as adding cardio or rest days.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5. Demonstrate the updated plan and confirmation.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6. Show the admin view containing users and original/updated plans.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FitBuddy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High-level flow derived from the project architecture and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57400" cy="1965960"/>
          </a:xfrm>
          <a:prstGeom prst="roundRect">
            <a:avLst/>
          </a:prstGeom>
          <a:solidFill>
            <a:srgbClr val="182431"/>
          </a:solidFill>
          <a:ln>
            <a:solidFill>
              <a:srgbClr val="3D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D28C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8FA"/>
                </a:solidFill>
              </a:defRPr>
            </a:pPr>
            <a:r>
              <a:t>Personal details</a:t>
            </a:r>
            <a:br/>
            <a:r>
              <a:t>Goal +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057400"/>
            <a:ext cx="2057400" cy="1965960"/>
          </a:xfrm>
          <a:prstGeom prst="roundRect">
            <a:avLst/>
          </a:prstGeom>
          <a:solidFill>
            <a:srgbClr val="182431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22677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A90E2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88036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8FA"/>
                </a:solidFill>
              </a:defRPr>
            </a:pPr>
            <a:r>
              <a:t>HTML + Jinja2</a:t>
            </a:r>
            <a:br/>
            <a:r>
              <a:t>index / result /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057400"/>
            <a:ext cx="2057400" cy="1965960"/>
          </a:xfrm>
          <a:prstGeom prst="roundRect">
            <a:avLst/>
          </a:prstGeom>
          <a:solidFill>
            <a:srgbClr val="1824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2677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B40"/>
                </a:solidFill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8036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8FA"/>
                </a:solidFill>
              </a:defRPr>
            </a:pPr>
            <a:r>
              <a:t>routes.py</a:t>
            </a:r>
            <a:br/>
            <a:r>
              <a:t>Validation +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057400"/>
            <a:ext cx="2057400" cy="1965960"/>
          </a:xfrm>
          <a:prstGeom prst="roundRect">
            <a:avLst/>
          </a:prstGeom>
          <a:solidFill>
            <a:srgbClr val="182431"/>
          </a:solidFill>
          <a:ln>
            <a:solidFill>
              <a:srgbClr val="3D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22677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D28C"/>
                </a:solidFill>
              </a:defRPr>
            </a:pPr>
            <a:r>
              <a:t>GEMINI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88036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8FA"/>
                </a:solidFill>
              </a:defRPr>
            </a:pPr>
            <a:r>
              <a:t>Gemini Pro</a:t>
            </a:r>
            <a:br/>
            <a:r>
              <a:t>Gemini Flash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057400"/>
            <a:ext cx="2057400" cy="1965960"/>
          </a:xfrm>
          <a:prstGeom prst="roundRect">
            <a:avLst/>
          </a:prstGeom>
          <a:solidFill>
            <a:srgbClr val="182431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2677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A90E2"/>
                </a:solidFill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88036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8FA"/>
                </a:solidFill>
              </a:defRPr>
            </a:pPr>
            <a:r>
              <a:t>SQLite + SQLAlchemy</a:t>
            </a:r>
            <a:br/>
            <a:r>
              <a:t>Users + plans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14600" y="2697480"/>
            <a:ext cx="320040" cy="411480"/>
          </a:xfrm>
          <a:prstGeom prst="rightArrow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800600" y="2697480"/>
            <a:ext cx="320040" cy="411480"/>
          </a:xfrm>
          <a:prstGeom prst="rightArrow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86600" y="2697480"/>
            <a:ext cx="320040" cy="411480"/>
          </a:xfrm>
          <a:prstGeom prst="rightArrow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72600" y="2697480"/>
            <a:ext cx="320040" cy="411480"/>
          </a:xfrm>
          <a:prstGeom prst="rightArrow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5F8FA"/>
                </a:solidFill>
              </a:defRPr>
            </a:pPr>
            <a:r>
              <a:t>Core AI flow: user input → FastAPI → Gemini generation → result page → feedback → Gemini update →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Technologies explicitly documented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3D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2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D28C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481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Application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472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E2"/>
                </a:solidFill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481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Backend + API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3D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15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D28C"/>
                </a:solidFill>
              </a:defRPr>
            </a:pPr>
            <a:r>
              <a:t>Gemini 1.5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Workout generation +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468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615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</a:defRPr>
            </a:pPr>
            <a:r>
              <a:t>Gemini 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24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Fast nutrition tips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58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E2"/>
                </a:solidFill>
              </a:defRPr>
            </a:pPr>
            <a:r>
              <a:t>Jinja2 + HTML/CSS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767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Dynamic 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11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3D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758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DD28C"/>
                </a:solidFill>
              </a:defRPr>
            </a:pPr>
            <a:r>
              <a:t>SQLite + SQLAlchemy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67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Persistent data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01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</a:defRPr>
            </a:pPr>
            <a:r>
              <a:t>Uvicorn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910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Local ASGI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754880"/>
            <a:ext cx="5074920" cy="868680"/>
          </a:xfrm>
          <a:prstGeom prst="roundRect">
            <a:avLst/>
          </a:prstGeom>
          <a:solidFill>
            <a:srgbClr val="182431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9011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E2"/>
                </a:solidFill>
              </a:defRPr>
            </a:pPr>
            <a:r>
              <a:t>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9103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A"/>
                </a:solidFill>
              </a:defRPr>
            </a:pPr>
            <a:r>
              <a:t>Version control prerequisite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BCC9"/>
                </a:solidFill>
                <a:latin typeface="Aptos"/>
              </a:defRPr>
            </a:pPr>
            <a:r>
              <a:t>Project outcome and key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182431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54480"/>
            <a:ext cx="530352" cy="530352"/>
          </a:xfrm>
          <a:prstGeom prst="ellipse">
            <a:avLst/>
          </a:prstGeom>
          <a:solidFill>
            <a:srgbClr val="3D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141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9646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A"/>
                </a:solidFill>
              </a:defRPr>
            </a:pPr>
            <a:r>
              <a:t>FitBuddy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104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D28C"/>
                </a:solidFill>
              </a:defRPr>
            </a:pPr>
            <a:r>
              <a:t>An adaptive AI-powered fitness planning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0104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Generates personalized 7-day workout plans from user inputs.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Provides goal-aligned nutrition or recovery tips.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Uses feedback to dynamically revise workout plans.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Stores users and plan versions for later access.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Provides an admin view for monitoring users and plans.</a:t>
            </a:r>
          </a:p>
          <a:p>
            <a:pPr>
              <a:spcAft>
                <a:spcPts val="12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Demonstrates integration of generative AI with a FastAPI web application.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C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